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3af7ed2e574947" /><Relationship Type="http://schemas.openxmlformats.org/officeDocument/2006/relationships/extended-properties" Target="/docProps/app.xml" Id="R0859aa86f9d1415a" /><Relationship Type="http://schemas.openxmlformats.org/officeDocument/2006/relationships/officeDocument" Target="/ppt/presentation.xml" Id="R3cc4edd258534f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cf045af39540b0"/>
  </p:sldMasterIdLst>
  <p:notesMasterIdLst>
    <p:notesMasterId xmlns:r="http://schemas.openxmlformats.org/officeDocument/2006/relationships" r:id="R5115bc29cd4d416f"/>
  </p:notesMasterIdLst>
  <p:sldIdLst>
    <p:sldId xmlns:r="http://schemas.openxmlformats.org/officeDocument/2006/relationships" id="256" r:id="Rc7272f96adf94786"/>
    <p:sldId xmlns:r="http://schemas.openxmlformats.org/officeDocument/2006/relationships" id="257" r:id="R2fb490e8177b4470"/>
    <p:sldId xmlns:r="http://schemas.openxmlformats.org/officeDocument/2006/relationships" id="258" r:id="R39454f06b7414831"/>
    <p:sldId xmlns:r="http://schemas.openxmlformats.org/officeDocument/2006/relationships" id="259" r:id="R8cdd9b5ce5e84dc4"/>
    <p:sldId xmlns:r="http://schemas.openxmlformats.org/officeDocument/2006/relationships" id="260" r:id="Rbb6b2749584c442f"/>
    <p:sldId xmlns:r="http://schemas.openxmlformats.org/officeDocument/2006/relationships" id="261" r:id="Rcc101840489c4346"/>
    <p:sldId xmlns:r="http://schemas.openxmlformats.org/officeDocument/2006/relationships" id="262" r:id="R0b4b84ac27d04aec"/>
    <p:sldId xmlns:r="http://schemas.openxmlformats.org/officeDocument/2006/relationships" id="263" r:id="Rc9d5e1014f19401c"/>
    <p:sldId xmlns:r="http://schemas.openxmlformats.org/officeDocument/2006/relationships" id="264" r:id="Re658eadc5a6942eb"/>
    <p:sldId xmlns:r="http://schemas.openxmlformats.org/officeDocument/2006/relationships" id="265" r:id="Rf42b980e83b44224"/>
    <p:sldId xmlns:r="http://schemas.openxmlformats.org/officeDocument/2006/relationships" id="266" r:id="R33c9df94079f4545"/>
    <p:sldId xmlns:r="http://schemas.openxmlformats.org/officeDocument/2006/relationships" id="267" r:id="Rc120b1bb52e04274"/>
    <p:sldId xmlns:r="http://schemas.openxmlformats.org/officeDocument/2006/relationships" id="268" r:id="Rccf471e5f91f4476"/>
    <p:sldId xmlns:r="http://schemas.openxmlformats.org/officeDocument/2006/relationships" id="269" r:id="Re9386a6b2ea74b56"/>
    <p:sldId xmlns:r="http://schemas.openxmlformats.org/officeDocument/2006/relationships" id="270" r:id="Ra4d7a1cddd684818"/>
    <p:sldId xmlns:r="http://schemas.openxmlformats.org/officeDocument/2006/relationships" id="271" r:id="Rd7bb500a5a444299"/>
    <p:sldId xmlns:r="http://schemas.openxmlformats.org/officeDocument/2006/relationships" id="272" r:id="Rf9130cb6649c49d9"/>
    <p:sldId xmlns:r="http://schemas.openxmlformats.org/officeDocument/2006/relationships" id="273" r:id="R5bb243ca27d84daa"/>
    <p:sldId xmlns:r="http://schemas.openxmlformats.org/officeDocument/2006/relationships" id="274" r:id="R7298d8e6f9c04f81"/>
    <p:sldId xmlns:r="http://schemas.openxmlformats.org/officeDocument/2006/relationships" id="275" r:id="R62a80d8214b140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5177209bd04576" /><Relationship Type="http://schemas.openxmlformats.org/officeDocument/2006/relationships/slideMaster" Target="/ppt/slideMasters/slideMaster1.xml" Id="Rbbcf045af39540b0" /><Relationship Type="http://schemas.openxmlformats.org/officeDocument/2006/relationships/notesMaster" Target="/ppt/notesMasters/notesMaster1.xml" Id="R5115bc29cd4d416f" /><Relationship Type="http://schemas.openxmlformats.org/officeDocument/2006/relationships/presProps" Target="/ppt/presProps.xml" Id="R6192f6bcc4a444d5" /><Relationship Type="http://schemas.openxmlformats.org/officeDocument/2006/relationships/tableStyles" Target="/ppt/tableStyles.xml" Id="R83a081649c814f46" /><Relationship Type="http://schemas.openxmlformats.org/officeDocument/2006/relationships/slide" Target="/ppt/slides/slide1.xml" Id="Rc7272f96adf94786" /><Relationship Type="http://schemas.openxmlformats.org/officeDocument/2006/relationships/slide" Target="/ppt/slides/slide2.xml" Id="R2fb490e8177b4470" /><Relationship Type="http://schemas.openxmlformats.org/officeDocument/2006/relationships/slide" Target="/ppt/slides/slide3.xml" Id="R39454f06b7414831" /><Relationship Type="http://schemas.openxmlformats.org/officeDocument/2006/relationships/slide" Target="/ppt/slides/slide4.xml" Id="R8cdd9b5ce5e84dc4" /><Relationship Type="http://schemas.openxmlformats.org/officeDocument/2006/relationships/slide" Target="/ppt/slides/slide5.xml" Id="Rbb6b2749584c442f" /><Relationship Type="http://schemas.openxmlformats.org/officeDocument/2006/relationships/slide" Target="/ppt/slides/slide6.xml" Id="Rcc101840489c4346" /><Relationship Type="http://schemas.openxmlformats.org/officeDocument/2006/relationships/slide" Target="/ppt/slides/slide7.xml" Id="R0b4b84ac27d04aec" /><Relationship Type="http://schemas.openxmlformats.org/officeDocument/2006/relationships/slide" Target="/ppt/slides/slide8.xml" Id="Rc9d5e1014f19401c" /><Relationship Type="http://schemas.openxmlformats.org/officeDocument/2006/relationships/slide" Target="/ppt/slides/slide9.xml" Id="Re658eadc5a6942eb" /><Relationship Type="http://schemas.openxmlformats.org/officeDocument/2006/relationships/slide" Target="/ppt/slides/slide10.xml" Id="Rf42b980e83b44224" /><Relationship Type="http://schemas.openxmlformats.org/officeDocument/2006/relationships/slide" Target="/ppt/slides/slide11.xml" Id="R33c9df94079f4545" /><Relationship Type="http://schemas.openxmlformats.org/officeDocument/2006/relationships/slide" Target="/ppt/slides/slide12.xml" Id="Rc120b1bb52e04274" /><Relationship Type="http://schemas.openxmlformats.org/officeDocument/2006/relationships/slide" Target="/ppt/slides/slide13.xml" Id="Rccf471e5f91f4476" /><Relationship Type="http://schemas.openxmlformats.org/officeDocument/2006/relationships/slide" Target="/ppt/slides/slide14.xml" Id="Re9386a6b2ea74b56" /><Relationship Type="http://schemas.openxmlformats.org/officeDocument/2006/relationships/slide" Target="/ppt/slides/slide15.xml" Id="Ra4d7a1cddd684818" /><Relationship Type="http://schemas.openxmlformats.org/officeDocument/2006/relationships/slide" Target="/ppt/slides/slide16.xml" Id="Rd7bb500a5a444299" /><Relationship Type="http://schemas.openxmlformats.org/officeDocument/2006/relationships/slide" Target="/ppt/slides/slide17.xml" Id="Rf9130cb6649c49d9" /><Relationship Type="http://schemas.openxmlformats.org/officeDocument/2006/relationships/slide" Target="/ppt/slides/slide18.xml" Id="R5bb243ca27d84daa" /><Relationship Type="http://schemas.openxmlformats.org/officeDocument/2006/relationships/slide" Target="/ppt/slides/slide19.xml" Id="R7298d8e6f9c04f81" /><Relationship Type="http://schemas.openxmlformats.org/officeDocument/2006/relationships/slide" Target="/ppt/slides/slide20.xml" Id="R62a80d8214b140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cd05ab766040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64c74183454a43" /><Relationship Type="http://schemas.openxmlformats.org/officeDocument/2006/relationships/notesMaster" Target="/ppt/notesMasters/notesMaster1.xml" Id="Ra2a9f2dc712a41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0b01da8c6f4ab8" /><Relationship Type="http://schemas.openxmlformats.org/officeDocument/2006/relationships/notesMaster" Target="/ppt/notesMasters/notesMaster1.xml" Id="R738bdd2028d543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b50866cbd34d4e" /><Relationship Type="http://schemas.openxmlformats.org/officeDocument/2006/relationships/notesMaster" Target="/ppt/notesMasters/notesMaster1.xml" Id="R29c8909adfcc49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bda2a5f48a4139" /><Relationship Type="http://schemas.openxmlformats.org/officeDocument/2006/relationships/notesMaster" Target="/ppt/notesMasters/notesMaster1.xml" Id="R9843264a04a844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9f2a576c2f43cf" /><Relationship Type="http://schemas.openxmlformats.org/officeDocument/2006/relationships/notesMaster" Target="/ppt/notesMasters/notesMaster1.xml" Id="R905c75b3b71f48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7a9332b0ef4545" /><Relationship Type="http://schemas.openxmlformats.org/officeDocument/2006/relationships/notesMaster" Target="/ppt/notesMasters/notesMaster1.xml" Id="R1a31fce72a0c4d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2d9b80b69c4616" /><Relationship Type="http://schemas.openxmlformats.org/officeDocument/2006/relationships/notesMaster" Target="/ppt/notesMasters/notesMaster1.xml" Id="R4dd0d27d472b45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4ecd4c1a554101" /><Relationship Type="http://schemas.openxmlformats.org/officeDocument/2006/relationships/notesMaster" Target="/ppt/notesMasters/notesMaster1.xml" Id="R76bc827cd09a47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a9a1085d5146a4" /><Relationship Type="http://schemas.openxmlformats.org/officeDocument/2006/relationships/notesMaster" Target="/ppt/notesMasters/notesMaster1.xml" Id="Rafdcd5dd616b48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68d1f43d634a68" /><Relationship Type="http://schemas.openxmlformats.org/officeDocument/2006/relationships/notesMaster" Target="/ppt/notesMasters/notesMaster1.xml" Id="R21c441eb11e34d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3527c236fb4f10" /><Relationship Type="http://schemas.openxmlformats.org/officeDocument/2006/relationships/notesMaster" Target="/ppt/notesMasters/notesMaster1.xml" Id="Rc1e0924faaf54e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21c6e7da294f83" /><Relationship Type="http://schemas.openxmlformats.org/officeDocument/2006/relationships/notesMaster" Target="/ppt/notesMasters/notesMaster1.xml" Id="R18139f62d11d4e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9c3e41ccdb4fff" /><Relationship Type="http://schemas.openxmlformats.org/officeDocument/2006/relationships/notesMaster" Target="/ppt/notesMasters/notesMaster1.xml" Id="R918fb9699fc74c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529419e7ed5416a" /><Relationship Type="http://schemas.openxmlformats.org/officeDocument/2006/relationships/notesMaster" Target="/ppt/notesMasters/notesMaster1.xml" Id="Rfe612b9286df40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b00717bd494536" /><Relationship Type="http://schemas.openxmlformats.org/officeDocument/2006/relationships/notesMaster" Target="/ppt/notesMasters/notesMaster1.xml" Id="R05db80b78726402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c528cc6750741fc" /><Relationship Type="http://schemas.openxmlformats.org/officeDocument/2006/relationships/notesMaster" Target="/ppt/notesMasters/notesMaster1.xml" Id="Rb015a9bd64f64fc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38044e97af641da" /><Relationship Type="http://schemas.openxmlformats.org/officeDocument/2006/relationships/notesMaster" Target="/ppt/notesMasters/notesMaster1.xml" Id="Rf63f51e2e6954e6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af850c6a6042d9" /><Relationship Type="http://schemas.openxmlformats.org/officeDocument/2006/relationships/notesMaster" Target="/ppt/notesMasters/notesMaster1.xml" Id="Rdbb71b770e61448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bf8dfebbf804c0b" /><Relationship Type="http://schemas.openxmlformats.org/officeDocument/2006/relationships/notesMaster" Target="/ppt/notesMasters/notesMaster1.xml" Id="R91dd5b0c34d9450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a4417358c5e49a9" /><Relationship Type="http://schemas.openxmlformats.org/officeDocument/2006/relationships/notesMaster" Target="/ppt/notesMasters/notesMaster1.xml" Id="Rf27ae97c4de146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由校內交通安全教師帶領。請學生舉手分享通學方式，不問住址。封面為 AI 生成原創教學示意，非真實校園。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請兩位學生簡短分享。以「楊光梅好」諧音「陽光美好」連結青春與未來，說明安全第一是守住這一切的前提。以學生可做的行動連結駕駛義務與道路設計，不要求揭露個人行蹤。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三句皆錯，但先收學生理由，課末再確認。前測用於理解迷思，不計成績。來源：道路交通安全規則第60條；微型電動二輪車規定。https://law.moj.gov.tw/LawClass/LawAll.aspx?PCode=K0040013 https://www.thb.gov.tw/News_Content.aspx?Create=1&amp;n=12181&amp;s=258228&amp;sms=14672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影片播放與後續討論。本頁先提問，再播放建議區段60秒。未逐秒審看，教師課前須試播；廣告不計入。若30秒仍無法播放，使用教案文字情境A。來源：https://news.pts.org.tw/article/798519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兩人討論，抽答後進入下一頁。不可把自己的安全建議說成新聞結論。新聞為2026年3月修法報導，現行條文以全國法規資料庫為準。https://news.pts.org.tw/article/798519 https://law.moj.gov.tw/LawClass/LawAll.aspx?pcode=K0040014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年3月修正後，現行第207條用語為「避免跨入」，勿沿用「禁止跨入」或舊罰鍰說法。等待下一輪是本課安全建議。紅色站立行人燈穩定顯示時禁止進入道路。不要教學生在車道上折返。來源：https://law.moj.gov.tw/LawClass/LawAll.aspx?pcode=K0040014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概念教學。來源：道路交通管理處罰條例第44條。不要要求學生以是否眼神接觸判定駕駛會停。https://law.moj.gov.tw/LawClass/LawAll.aspx?pcode=K0040012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兩個概念不同，可能同時出現。大車打方向燈時，不從右側鑽縫。不用固定幾公尺當保證，不以後照鏡可見推定駕駛看見。來源：公路局大型車宣導 https://www.thb.gov.tw/News_Content_table.aspx?n=87&amp;s=60444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微電車免考照仍有年齡與車輛條件，且不可擅自改裝。本頁只說輕型及普通重型機車，勿套用到大型重型機車。來源：https://law.moj.gov.tw/LawClass/LawAll.aspx?PCode=K0040013 https://www.thb.gov.tw/News_Content.aspx?Create=1&amp;n=12181&amp;s=258228&amp;sms=14672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自行車安全帽是安全建議，勿說成所有情況一律有相同法定強制義務。來源：道路交通安全規則第114、136條。https://law.moj.gov.tw/LawClass/LawAll.aspx?PCode=K0040013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播放與討論。這是2024年入校教學報導，不是楊梅高中活動紀錄。未逐秒審看，教師先試播。用模擬方法做危險感知，不完整搬用兒童活動。來源：https://news.pts.org.tw/article/680631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此頁為教學提問，非已完成現場勘查或工程建議。學校可彙整問題向道路主管機關反映，由專業單位評估。不要自行要求學生進入車道拍攝或量測。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依序閱讀選題、討論、整理與自評。發每人活動單與每組白紙。可口述或請同學朗讀支援不同需求。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詳情看活動單。教師巡組時先問當下行動，再請學生用規則或風險原理解釋。標準回饋在教案活動頁與簡報第19頁。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評分面向為風險辨識、當下行動、理由、環境改善，各0–2分，共8分，6分為達成參考。若行動為0分，必須先修正，不能用其他分數抵消。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安排小組分享、同儕與教師回饋。提醒駕駛停讓義務，且不可根據片段影像判定個案責任。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先獨立作答，再核對答案並寫下承諾。完整選項在活動單，網站也可作答，但無須手機。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本課後測4/5為基本標準，未達者依錯題口頭解釋或重答。請學生回看三題前測並修正。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小組回饋完整版：A 路口與手機：留在人行道等下一輪穩定綠燈，收起手機。可通行時仍觀察轉彎車及遮蔽處，確認可安全穿越。駕駛仍負停讓義務。改善可提退縮停車、視距或行人時相，交由學校向主管機關反映。</a:t>
            </a:r>
          </a:p>
          <a:p xmlns:a="http://schemas.openxmlformats.org/drawingml/2006/main">
            <a:r>
              <a:t>B 大型車與自行車：減速並在安全位置停等，避免進入大型車兩側與轉彎範圍，不以看見後照鏡推定駕駛已看見自己。等大車完成轉彎、路口安全再依號誌通行。改善可提清楚停等空間及路口視距。</a:t>
            </a:r>
          </a:p>
          <a:p xmlns:a="http://schemas.openxmlformats.org/drawingml/2006/main">
            <a:r>
              <a:t>C 朋友借車：17 歲不能考領普通重型機車駕照，不無照騎乘。微電車須滿 14 歲，掛牌、投保有效強制險、戴安全帽且不得載人，速率不得超過每小時 25 公里。改搭公車、由合法接送者接送或依規定步行。</a:t>
            </a:r>
          </a:p>
          <a:p xmlns:a="http://schemas.openxmlformats.org/drawingml/2006/main">
            <a:r>
              <a:t>後測理由：1. 現行規定為尚未進入道路者避免跨入；教學建議等下一輪。已進入道路者應儘速通過，或在交通島停等。</a:t>
            </a:r>
          </a:p>
          <a:p xmlns:a="http://schemas.openxmlformats.org/drawingml/2006/main">
            <a:r>
              <a:t>2. 駕駛負有停讓義務。行人觀察來車是自我保護，不會免除駕駛責任。</a:t>
            </a:r>
          </a:p>
          <a:p xmlns:a="http://schemas.openxmlformats.org/drawingml/2006/main">
            <a:r>
              <a:t>3. 後輪轉彎軌跡更靠內側，且車旁有視野死角；沒有固定距離能保證安全。</a:t>
            </a:r>
          </a:p>
          <a:p xmlns:a="http://schemas.openxmlformats.org/drawingml/2006/main">
            <a:r>
              <a:t>4. 考領輕型及普通重型機車駕照須年滿 18 歲；年滿 18 歲仍須考領適當駕照。</a:t>
            </a:r>
          </a:p>
          <a:p xmlns:a="http://schemas.openxmlformats.org/drawingml/2006/main">
            <a:r>
              <a:t>5. 微電車免考照仍有年齡及車輛條件，速率不得超過每小時 25 公里，不可擅自改裝。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本頁供備課。課堂播放須限授課目的必要範圍，依著作權法第46、65條評估。公開網站不重製或重新上傳影片。完整官方來源：</a:t>
            </a:r>
          </a:p>
          <a:p xmlns:a="http://schemas.openxmlformats.org/drawingml/2006/main">
            <a:r>
              <a:t>道路交通安全規則 第 60、114、122、133、134、136 條 https://law.moj.gov.tw/LawClass/LawAll.aspx?PCode=K0040013</a:t>
            </a:r>
          </a:p>
          <a:p xmlns:a="http://schemas.openxmlformats.org/drawingml/2006/main">
            <a:r>
              <a:t>道路交通標誌標線號誌設置規則 第 207 條 https://law.moj.gov.tw/LawClass/LawAll.aspx?pcode=K0040014</a:t>
            </a:r>
          </a:p>
          <a:p xmlns:a="http://schemas.openxmlformats.org/drawingml/2006/main">
            <a:r>
              <a:t>道路交通管理處罰條例 第 44、73 條 https://law.moj.gov.tw/LawClass/LawAll.aspx?pcode=K0040012</a:t>
            </a:r>
          </a:p>
          <a:p xmlns:a="http://schemas.openxmlformats.org/drawingml/2006/main">
            <a:r>
              <a:t>公路局 微型電動二輪車騎乘條件 https://www.thb.gov.tw/News_Content.aspx?Create=1&amp;n=12181&amp;s=258228&amp;sms=14672</a:t>
            </a:r>
          </a:p>
          <a:p xmlns:a="http://schemas.openxmlformats.org/drawingml/2006/main">
            <a:r>
              <a:t>公路局 大型車內輪差安全宣導 https://www.thb.gov.tw/News_Content_table.aspx?n=87&amp;s=60444</a:t>
            </a:r>
          </a:p>
          <a:p xmlns:a="http://schemas.openxmlformats.org/drawingml/2006/main">
            <a:r>
              <a:t>著作權法 第 46、46之1、65 條 https://law.moj.gov.tw/LawClass/LawAll.aspx?PCode=J0070017</a:t>
            </a:r>
          </a:p>
          <a:p xmlns:a="http://schemas.openxmlformats.org/drawingml/2006/main">
            <a:r>
              <a:t>智慧財產局 課堂播放影片說明 https://www.tipo.gov.tw/tw/copyright/701-21231.html</a:t>
            </a:r>
          </a:p>
          <a:p xmlns:a="http://schemas.openxmlformats.org/drawingml/2006/main">
            <a:r>
              <a:t>楊梅高中教務處 校址與學校資訊 https://www.ymhs.tyc.edu.tw/home?cid=3460</a:t>
            </a:r>
          </a:p>
          <a:p xmlns:a="http://schemas.openxmlformats.org/drawingml/2006/main">
            <a:r>
              <a:t>影片：</a:t>
            </a:r>
          </a:p>
          <a:p xmlns:a="http://schemas.openxmlformats.org/drawingml/2006/main">
            <a:r>
              <a:t>https://news.pts.org.tw/article/798519 https://www.youtube.com/watch?v=IkMxj7dcCt0&amp;t=0s</a:t>
            </a:r>
          </a:p>
          <a:p xmlns:a="http://schemas.openxmlformats.org/drawingml/2006/main">
            <a:r>
              <a:t>https://news.pts.org.tw/article/680631 https://www.youtube.com/watch?v=9jZBF0afDTo&amp;t=0s</a:t>
            </a:r>
          </a:p>
          <a:p xmlns:a="http://schemas.openxmlformats.org/drawingml/2006/main">
            <a:r>
              <a:t>https://www.youtube.com/watch?v=iGjryEVod7c https://www.youtube.com/watch?v=iGjryEVod7c&amp;t=0s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51a24b1d2462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8fbbcb4d4040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c08ef97aff4d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effabe2ac46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29c06dcb1e4f7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192c620e84c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97E708-594F-430E-85E6-C24F2EBDFC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E704E09-B13E-427B-AC95-A60DB69F3C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FD43A5E-9900-4711-9A0A-1A0F3C396F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D5D137-5A8E-4A0D-8CAC-2FFF130B7F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EED116-F5F2-47EE-82DC-EE67893727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386A77-7641-4E2E-8CA7-368AD3218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128637-BB06-42AA-89C0-94FADE18A0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7B0271-1CAD-401E-BCD8-F38D4AFD7DD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9FD129-5922-4486-A475-F0D90028E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87B4344-0BDC-43A1-8955-41F68F2F00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b7190db8ce4812" /><Relationship Type="http://schemas.openxmlformats.org/officeDocument/2006/relationships/slideLayout" Target="/ppt/slideLayouts/slideLayout1.xml" Id="R38b5093d62904aed" /><Relationship Type="http://schemas.openxmlformats.org/officeDocument/2006/relationships/slideLayout" Target="/ppt/slideLayouts/slideLayout2.xml" Id="R18028add24454f1d" /><Relationship Type="http://schemas.openxmlformats.org/officeDocument/2006/relationships/slideLayout" Target="/ppt/slideLayouts/slideLayout3.xml" Id="R741dd1bbb33c4e94" /><Relationship Type="http://schemas.openxmlformats.org/officeDocument/2006/relationships/slideLayout" Target="/ppt/slideLayouts/slideLayout4.xml" Id="Ra2f75826befe4089" /><Relationship Type="http://schemas.openxmlformats.org/officeDocument/2006/relationships/slideLayout" Target="/ppt/slideLayouts/slideLayout5.xml" Id="R18cf69d4709748ef" /><Relationship Type="http://schemas.openxmlformats.org/officeDocument/2006/relationships/slideLayout" Target="/ppt/slideLayouts/slideLayout6.xml" Id="R4427a3429a544f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b5093d62904aed"/>
    <p:sldLayoutId xmlns:r="http://schemas.openxmlformats.org/officeDocument/2006/relationships" id="2147483650" r:id="R18028add24454f1d"/>
    <p:sldLayoutId xmlns:r="http://schemas.openxmlformats.org/officeDocument/2006/relationships" id="2147483651" r:id="R741dd1bbb33c4e94"/>
    <p:sldLayoutId xmlns:r="http://schemas.openxmlformats.org/officeDocument/2006/relationships" id="2147483652" r:id="Ra2f75826befe4089"/>
    <p:sldLayoutId xmlns:r="http://schemas.openxmlformats.org/officeDocument/2006/relationships" id="2147483653" r:id="R18cf69d4709748ef"/>
    <p:sldLayoutId xmlns:r="http://schemas.openxmlformats.org/officeDocument/2006/relationships" id="2147483654" r:id="R4427a3429a544f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bbc84f82f04d2c" /><Relationship Type="http://schemas.openxmlformats.org/officeDocument/2006/relationships/image" Target="/ppt/media/image.png" Id="R6bbf6bfadd504e66" /><Relationship Type="http://schemas.openxmlformats.org/officeDocument/2006/relationships/notesSlide" Target="/ppt/notesSlides/notesSlide1.xml" Id="R630a41c3b84744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e00ff2458446ef" /><Relationship Type="http://schemas.openxmlformats.org/officeDocument/2006/relationships/notesSlide" Target="/ppt/notesSlides/notesSlide2.xml" Id="R9f68a45361274a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4ef70537124156" /><Relationship Type="http://schemas.openxmlformats.org/officeDocument/2006/relationships/notesSlide" Target="/ppt/notesSlides/notesSlide3.xml" Id="R0972510d0bb147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0b3cb3e5884a19" /><Relationship Type="http://schemas.openxmlformats.org/officeDocument/2006/relationships/hyperlink" Target="https://www.youtube.com/watch?v=IkMxj7dcCt0&amp;t=0s" TargetMode="External" Id="R3d22bd401b74441b" /><Relationship Type="http://schemas.openxmlformats.org/officeDocument/2006/relationships/hyperlink" Target="https://www.youtube.com/watch?v=IkMxj7dcCt0&amp;t=0s" TargetMode="External" Id="R8814d15a0c5f48b9" /><Relationship Type="http://schemas.openxmlformats.org/officeDocument/2006/relationships/notesSlide" Target="/ppt/notesSlides/notesSlide4.xml" Id="Rb066844f361148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1c5b32486049bd" /><Relationship Type="http://schemas.openxmlformats.org/officeDocument/2006/relationships/notesSlide" Target="/ppt/notesSlides/notesSlide5.xml" Id="R9303681c610544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737c7d5f5472f" /><Relationship Type="http://schemas.openxmlformats.org/officeDocument/2006/relationships/notesSlide" Target="/ppt/notesSlides/notesSlide6.xml" Id="Rf574e7beb1da4a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b6d9b8250640d5" /><Relationship Type="http://schemas.openxmlformats.org/officeDocument/2006/relationships/notesSlide" Target="/ppt/notesSlides/notesSlide7.xml" Id="Rf13c1abdd9264d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dea1efff2a40ef" /><Relationship Type="http://schemas.openxmlformats.org/officeDocument/2006/relationships/notesSlide" Target="/ppt/notesSlides/notesSlide8.xml" Id="R590b72133d734a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4300260ba0468a" /><Relationship Type="http://schemas.openxmlformats.org/officeDocument/2006/relationships/notesSlide" Target="/ppt/notesSlides/notesSlide9.xml" Id="Rc2103b37eb904d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c6f9f6e34f4f9b" /><Relationship Type="http://schemas.openxmlformats.org/officeDocument/2006/relationships/notesSlide" Target="/ppt/notesSlides/notesSlide10.xml" Id="Rc6bbad97eed846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d5001a0bb049e5" /><Relationship Type="http://schemas.openxmlformats.org/officeDocument/2006/relationships/hyperlink" Target="https://www.youtube.com/watch?v=9jZBF0afDTo&amp;t=0s" TargetMode="External" Id="R950ea8218ebc43d6" /><Relationship Type="http://schemas.openxmlformats.org/officeDocument/2006/relationships/hyperlink" Target="https://www.youtube.com/watch?v=9jZBF0afDTo&amp;t=0s" TargetMode="External" Id="Rab96e42e3cd1435d" /><Relationship Type="http://schemas.openxmlformats.org/officeDocument/2006/relationships/notesSlide" Target="/ppt/notesSlides/notesSlide11.xml" Id="R2f19f648c1c346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7c7746b0714112" /><Relationship Type="http://schemas.openxmlformats.org/officeDocument/2006/relationships/notesSlide" Target="/ppt/notesSlides/notesSlide12.xml" Id="Racfd8bc9825940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6bf06e835c4a1b" /><Relationship Type="http://schemas.openxmlformats.org/officeDocument/2006/relationships/notesSlide" Target="/ppt/notesSlides/notesSlide13.xml" Id="Re90c0d371e3341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3ec0a6fd824d19" /><Relationship Type="http://schemas.openxmlformats.org/officeDocument/2006/relationships/notesSlide" Target="/ppt/notesSlides/notesSlide14.xml" Id="R7bc7bb7298b146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cfa337d7f64abe" /><Relationship Type="http://schemas.openxmlformats.org/officeDocument/2006/relationships/notesSlide" Target="/ppt/notesSlides/notesSlide15.xml" Id="R8c7fe6978e9145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b1f02b71d8456c" /><Relationship Type="http://schemas.openxmlformats.org/officeDocument/2006/relationships/notesSlide" Target="/ppt/notesSlides/notesSlide16.xml" Id="R8affba10f0a247f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b84c2599104f59" /><Relationship Type="http://schemas.openxmlformats.org/officeDocument/2006/relationships/notesSlide" Target="/ppt/notesSlides/notesSlide17.xml" Id="Rb1635e4a33db44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a0cf599648459b" /><Relationship Type="http://schemas.openxmlformats.org/officeDocument/2006/relationships/notesSlide" Target="/ppt/notesSlides/notesSlide18.xml" Id="R5dac0bd14ecc40f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30f223076942df" /><Relationship Type="http://schemas.openxmlformats.org/officeDocument/2006/relationships/notesSlide" Target="/ppt/notesSlides/notesSlide19.xml" Id="R6ff011c67360467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b0657394b4387" /><Relationship Type="http://schemas.openxmlformats.org/officeDocument/2006/relationships/notesSlide" Target="/ppt/notesSlides/notesSlide20.xml" Id="R2edb8881056241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8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28409-5601-4BAC-BDE8-324B608D42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f6bfadd504e6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24388-1941-4996-AB53-5BC410AD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57150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楊光梅好、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安全第一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88DF-7174-4656-B36E-3C730066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5810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桃園市立楊梅高級中等學校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高二交通安全充實課程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分組活動版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C518C-88D4-4066-81A3-C1C642A8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rPr>
              <a:t>原創教學示意，非真實校園</a:t>
            </a:r>
          </a:p>
        </p:txBody>
      </p:sp>
    </p:spTree>
    <p:extLst>
      <p:ext uri="{BB962C8B-B14F-4D97-AF65-F5344CB8AC3E}">
        <p14:creationId xmlns:p14="http://schemas.microsoft.com/office/powerpoint/2010/main" val="3324874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E01D5-E0CD-4DE5-8446-4E79A2A4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課堂的兩個重點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6AA72-175B-4F6C-938F-67BE0F0F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看懂路口風險：號誌、停讓與大型車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98057-CFE4-4587-94C0-0B04610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做出安全通學選擇：合法騎乘與用路責任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73D6F-6A4B-4321-B9A3-31100F1E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兩人分享：哪個通學時刻讓你猶豫？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A236E-848C-4599-8A73-7CC1F434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272403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45A2E-0198-45D9-860A-D2EA8FA5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三題前測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D7A531-DB3E-4B7B-B77A-35CB3171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綠燈時，可以完全不看轉彎車？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7AAA4-3F11-462E-B474-3AE847DA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17 歲，只騎一小段普通重型機車可以？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88617-1598-4D78-AE25-50676758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微電車免考照，所以可載同學？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96445-B437-4AC9-994C-4ACA96D0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先判斷，再向同桌說理由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0E2AF-4FE4-45CA-B7DC-18CBB19B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553197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C50E2-CCB8-4FA0-9D60-FC839FB6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 A　行人綠燈閃光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8C472-B8C6-433B-B983-1EE89730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你還在人行道上，綠燈開始閃光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3CAC3-2948-4B21-8176-6136301C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朋友催你快跑，你會怎麼做？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681F0-3559-4616-8B52-E471FDFA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3d22bd401b74441b"/>
              </a:rPr>
              <a:t>公視新聞網　2026.03.11</a:t>
            </a:r>
          </a:p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8814d15a0c5f48b9"/>
              </a:rPr>
              <a:t>點選觀看新聞片段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9BEEC-BD09-4573-8EF8-8802F357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108898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5C8E4-4578-4E27-A57F-E025B8C4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報導事實與自己的推論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B83D6-ABC3-43B9-94E6-DADA8F80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事實：報導談到什麼規定變動？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959AB-61B6-40BB-8930-3C8BAB39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推論：你怎麼判斷可以安全通過？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A54DD-75D4-4301-A4BB-1ABE4EF5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查核：現行條文如何描述閃光綠燈？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4A5C0-F90D-476C-A6FD-0603CCCF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同桌各提出一項，教師再帶領核對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5B061-0474-418C-B248-76B92CDD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190003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8B063-1D97-49C0-BEBF-B341336A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重點一　看懂路口風險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C0AB9-20A7-4550-9B17-C055A859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穩定綠燈：可穿越，仍觀察轉彎車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3F0FE-ABE6-4130-91F2-035B13D2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閃光綠燈：未進入道路者避免跨入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2446A-5AA9-447B-959C-E8E1279D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已進入道路：儘速通過，或停於交通島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1E68B-88BD-466B-8BCB-6199070D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還沒進入道路時，等待下一輪穩定綠燈較安全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100ED-917C-4E6C-841B-841AB459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233927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0E9D3-343F-4C5F-B8F4-86118EF0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駕駛的停讓義務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E86DC-5225-4D9D-8406-06C0BAD4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依法可供行人穿越的路口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6F544-93A5-4DE3-BD77-61A59A72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有行人穿越，駕駛應暫停讓行人先通過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B45CA-B93F-443A-BCBB-9CCF23AC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觀察來車，是行人的自我保護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09E91-4729-4437-B484-3B92703E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行人保持警覺，不會免除駕駛的責任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E1661-0E60-44F4-B28F-337FF64C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612301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9DF4F-C9D7-4E05-9BC2-826FFA9A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大型車的兩種風險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C9849-9EFC-414E-BAD0-F1157A3B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內輪差：後輪轉彎軌跡更靠內側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5995E-954A-4714-AA9D-D152B4DA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視野死角：駕駛可能看不到車旁的你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0B79F-575F-415B-92B5-A7A9B5BA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車側空隙，可能落在轉彎範圍內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0822F-0967-4296-9C16-F15576B3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避開車側與轉彎範圍，安全停等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71ABB-B88E-4034-8D20-33870B32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686242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2FFAF-DBC9-486F-B351-018071C3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重點二　做出安全通學選擇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AC418-B5D1-4A6D-B8C4-F0E87837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輕型及普通重型機車：滿 18 歲可考照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6B628-D322-4326-9796-2C83490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上路騎乘仍須持適當駕照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2A732-4097-4ADB-A780-1E06ED10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微電車：滿 14 歲、掛牌、有效強制險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C458E-9BB1-4A2B-80F9-44A0FF10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微電車須戴安全帽，不載人，最高每小時 25 公里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C3669-B173-4FF8-9C2F-8CC2A624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59027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C32AE-68E3-4137-997F-A8A077F4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騎乘與乘車的基本準備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FE48B-E6BE-4359-AF5B-14EDE20D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機車乘客也要正確戴妥安全帽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B3A2D-3174-4244-AA44-66CBFAC3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汽車依規定繫安全帶，公車停妥再上下車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01627-4EB0-454A-BA5C-72B879C6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自行車先檢查煞車與燈具，建議戴安全帽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42F6B-7508-4B69-8AFA-52FC6410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接送與候車，保留行人通行空間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63B288-B0A9-40DC-ACC0-1DA67DC0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07203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631EE-24A6-4A63-AF47-1A91700D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 B　模擬中的風險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0DBCB-9423-47D1-A5E4-19BE0EDA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行人綠燈時，哪些車仍可能與你交會？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0CE4A-47E3-4E5D-BCF5-344A771D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模擬畫面如何幫你注意視線限制？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283E3-46FB-4EFA-9FA6-2DE68051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950ea8218ebc43d6"/>
              </a:rPr>
              <a:t>公視新聞網　2024.02.13</a:t>
            </a:r>
          </a:p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ab96e42e3cd1435d"/>
              </a:rPr>
              <a:t>點選觀看新聞片段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1F884-9309-4D5D-840E-5FB92FAB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45106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0F9EE-F3C6-47E6-A099-973D8C0A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通學風險也與環境有關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7776D-2E42-4945-901D-0B96CAA5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停車遮住視線，如何保留可見空間？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865FB-AB9A-4806-AED6-2ED55FDE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轉彎車與行人同時通行，怎麼減少交會？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AD054-A536-4F56-9734-27B32300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接送車占用動線，學校能反映什麼？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5BD66-68DE-4DC7-BB33-920F0AAB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同時提出個人行動與環境改善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A38D3-F978-478C-B7B2-28A1978B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333820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06BF8-F613-44DA-9AEF-10D779B2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小組情境任務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5483A-EC54-4387-9713-CA11DA15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4–5 人一組，從 A、B、C 選一題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DA406-5B1A-46E8-BBB3-583AE4BA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合作完成活動單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2141A-179F-4678-A358-95DB66F2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主持、紀錄、報告與時間管理分工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65A0C-6AAC-4405-911A-E306594E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全部在教室內完成，不填住址或車牌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F4351-69C0-45B7-B819-22848E45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428735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B5B52-4B1E-4FC7-A61A-08D0614A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三個放學情境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59AF1-6CFB-45B1-8EB6-86E11216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　綠燈閃光，朋友拉你過馬路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1CF46-B011-49FF-9D03-AE9E8F81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B　大型車準備右轉，自行車想鑽空隙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62079-A4B1-4ADA-9199-5B9ADAAC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C　17 歲借機車，或改用微電車載人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BE493-676F-4BE1-B147-4F7BEFDB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教學假設情境，非楊梅高中實際事故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9AAB5-3CE0-4D00-A0B7-0ECD7004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656352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19B27-5959-4EF6-9290-20E6275C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一張紙的四個回答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0BE8F-0B4E-43C1-B46F-8371309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指出兩個具體風險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259DE-CCED-4281-969D-CB453234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寫下當下行動與理由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B850B-4A4D-4EC6-8BB5-EF3A1F6E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再提出一項道路環境改善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1DA6B-C71F-46AC-B68F-DB6D4345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檢查：這個選擇會不會增加新的風險？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374EF-36EB-4E97-86AF-505BBD6D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589793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D7F15-60AD-4A36-9742-D7FBDDF8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小組分享與回饋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456D9-F4DF-4D09-BD60-3B8C505B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分享選擇，說清楚行動與理由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44D88-53CF-41A1-B57A-9A389665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同學提出一個可改進處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167CD-CC8F-4603-87CA-DBEED7CC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教師核對規則，協助各組修正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24BE3-10CD-4BD5-AA32-32145624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其他組以活動單交件，保留自己的修正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85AC2-C884-4F22-890D-F0BFCD31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380472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A58400-6077-4458-A223-C19DC548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五題離堂檢核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93052-0029-431F-AA6D-AD801411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1　綠燈開始閃光，還在人行道上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65E47-0AAE-4F58-900B-DFE33D61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2　行人穿越時，駕駛的義務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F801F-8C74-425E-A6E9-F9D60CFB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3　大型車準備右轉時的選擇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6EE6E-C6D2-4AD1-81BB-A63AFBA9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獨立作答活動單五題，再一起核對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C09C8-4A12-4886-933B-E6D41394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719894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40FBC-EE8B-48A8-B52A-78EDBD37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楊光梅好、安全第一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CC5765-3240-4914-AE2B-947174CA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4　17 歲能否騎普通重型機車？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77DF0-AFF3-486B-BC33-9C87AE60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5　微型電動二輪車有哪些條件？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4A5BD-B7D5-4419-A0C9-A543D343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遇到＿＿時，我會＿＿，因為＿＿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EA1621-D4C9-4161-A958-45CF7115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把「我會小心」改成一個具體動作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E640D-713A-4A60-BB96-DD0E516D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34503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C673-99EF-4AB1-BC70-F5AD4CF3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教師備用　答案與回饋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9D658-FD43-40B0-AD6A-35C61715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後測答案：1B、2B、3C、4A、5C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6C18E-53AE-4508-80E4-8514E7E3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 等下一輪　B 避開大車　C 合法通學方式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5965A-A757-42D1-97C2-EB08ACAC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行動有風險時，先澄清再修正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D4818-7CF4-4FCF-B3FC-57A2EFFB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此頁供教師備課，不另增授課時間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C296B-C39F-4B81-894A-C7D40B29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968068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3236E-717E-402A-A4CA-489E613F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來源與課堂使用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69DD6-CBA5-4A1E-A95C-3DC3FFC2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法規查核日：2026 年 10 月 8 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0F801-932F-4BC1-BC08-2D8806B4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28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影片使用原發布者連結與原播放器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92ED2-C953-409E-8F43-EA80DFD4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教師課前試播，影片失效可改用文字情境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35BD5-ADED-4B85-A8C9-194190FC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10200"/>
            <a:ext cx="1042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C84620"/>
                </a:solidFill>
                <a:latin typeface="Microsoft JhengHei"/>
                <a:ea typeface="Microsoft JhengHei"/>
                <a:cs typeface="Microsoft JhengHei"/>
              </a:rPr>
              <a:t>原創插畫為教學示意，非真實校園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2BC9D-EA08-433D-9257-65829903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150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048038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2026-10-08T11:36:52.3600000Z</dcterms:created>
  <dcterms:modified xsi:type="dcterms:W3CDTF">2026-10-08T11:36:52.3600000Z</dcterms:modified>
</coreProperties>
</file>